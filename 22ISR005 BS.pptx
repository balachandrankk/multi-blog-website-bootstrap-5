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8" r:id="rId3"/>
    <p:sldId id="257" r:id="rId4"/>
    <p:sldId id="259" r:id="rId5"/>
    <p:sldId id="261" r:id="rId6"/>
    <p:sldId id="260" r:id="rId7"/>
    <p:sldId id="262" r:id="rId8"/>
    <p:sldId id="265" r:id="rId9"/>
    <p:sldId id="266" r:id="rId10"/>
    <p:sldId id="267" r:id="rId11"/>
    <p:sldId id="268" r:id="rId12"/>
    <p:sldId id="269" r:id="rId13"/>
    <p:sldId id="263" r:id="rId14"/>
  </p:sldIdLst>
  <p:sldSz cx="9144000" cy="6858000" type="screen4x3"/>
  <p:notesSz cx="6811963" cy="9942513"/>
  <p:embeddedFontLst>
    <p:embeddedFont>
      <p:font typeface="Book Antiqua" panose="02040602050305030304" pitchFamily="18" charset="0"/>
      <p:regular r:id="rId16"/>
      <p:bold r:id="rId17"/>
      <p:italic r:id="rId18"/>
      <p:boldItalic r:id="rId19"/>
    </p:embeddedFont>
    <p:embeddedFont>
      <p:font typeface="Calibri" panose="020F0502020204030204" pitchFamily="34" charset="0"/>
      <p:regular r:id="rId20"/>
      <p:bold r:id="rId21"/>
      <p:italic r:id="rId22"/>
      <p:boldItalic r:id="rId23"/>
    </p:embeddedFont>
    <p:embeddedFont>
      <p:font typeface="Century Schoolbook" panose="02040604050505020304" pitchFamily="18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5" roundtripDataSignature="AMtx7mjkZVmhg+7s9/uAO3lN9yusQTugh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7638" autoAdjust="0"/>
    <p:restoredTop sz="94787" autoAdjust="0"/>
  </p:normalViewPr>
  <p:slideViewPr>
    <p:cSldViewPr snapToGrid="0">
      <p:cViewPr varScale="1">
        <p:scale>
          <a:sx n="79" d="100"/>
          <a:sy n="79" d="100"/>
        </p:scale>
        <p:origin x="1018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5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1" y="0"/>
            <a:ext cx="2951850" cy="497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725" tIns="47850" rIns="95725" bIns="4785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58536" y="0"/>
            <a:ext cx="2951850" cy="497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725" tIns="47850" rIns="95725" bIns="4785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919163" y="744538"/>
            <a:ext cx="4973637" cy="37290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1197" y="4722694"/>
            <a:ext cx="5449570" cy="4474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725" tIns="47850" rIns="95725" bIns="4785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1" y="9443661"/>
            <a:ext cx="2951850" cy="497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725" tIns="47850" rIns="95725" bIns="4785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58536" y="9443661"/>
            <a:ext cx="2951850" cy="497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725" tIns="47850" rIns="95725" bIns="4785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-US"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73637" cy="37290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1197" y="4722694"/>
            <a:ext cx="5449570" cy="4474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725" tIns="47850" rIns="95725" bIns="4785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2" name="Google Shape;82;p1:notes"/>
          <p:cNvSpPr txBox="1">
            <a:spLocks noGrp="1"/>
          </p:cNvSpPr>
          <p:nvPr>
            <p:ph type="dt" idx="10"/>
          </p:nvPr>
        </p:nvSpPr>
        <p:spPr>
          <a:xfrm>
            <a:off x="3858536" y="0"/>
            <a:ext cx="2951850" cy="497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725" tIns="47850" rIns="95725" bIns="4785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4 September 2023</a:t>
            </a:r>
            <a:endParaRPr/>
          </a:p>
        </p:txBody>
      </p:sp>
      <p:sp>
        <p:nvSpPr>
          <p:cNvPr id="83" name="Google Shape;83;p1:notes"/>
          <p:cNvSpPr txBox="1">
            <a:spLocks noGrp="1"/>
          </p:cNvSpPr>
          <p:nvPr>
            <p:ph type="ftr" idx="11"/>
          </p:nvPr>
        </p:nvSpPr>
        <p:spPr>
          <a:xfrm>
            <a:off x="1" y="9443661"/>
            <a:ext cx="2951850" cy="497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725" tIns="47850" rIns="95725" bIns="4785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1-59</a:t>
            </a:r>
            <a:endParaRPr/>
          </a:p>
        </p:txBody>
      </p:sp>
      <p:sp>
        <p:nvSpPr>
          <p:cNvPr id="84" name="Google Shape;84;p1:notes"/>
          <p:cNvSpPr txBox="1">
            <a:spLocks noGrp="1"/>
          </p:cNvSpPr>
          <p:nvPr>
            <p:ph type="sldNum" idx="12"/>
          </p:nvPr>
        </p:nvSpPr>
        <p:spPr>
          <a:xfrm>
            <a:off x="3858536" y="9443661"/>
            <a:ext cx="2951850" cy="497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725" tIns="47850" rIns="95725" bIns="4785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7e74397a6a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73637" cy="37290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" name="Google Shape;110;g27e74397a6a_0_2:notes"/>
          <p:cNvSpPr txBox="1">
            <a:spLocks noGrp="1"/>
          </p:cNvSpPr>
          <p:nvPr>
            <p:ph type="body" idx="1"/>
          </p:nvPr>
        </p:nvSpPr>
        <p:spPr>
          <a:xfrm>
            <a:off x="681197" y="4722694"/>
            <a:ext cx="5449500" cy="44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725" tIns="47850" rIns="95725" bIns="478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1" name="Google Shape;111;g27e74397a6a_0_2:notes"/>
          <p:cNvSpPr txBox="1">
            <a:spLocks noGrp="1"/>
          </p:cNvSpPr>
          <p:nvPr>
            <p:ph type="sldNum" idx="12"/>
          </p:nvPr>
        </p:nvSpPr>
        <p:spPr>
          <a:xfrm>
            <a:off x="3858536" y="9443661"/>
            <a:ext cx="2952000" cy="49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725" tIns="47850" rIns="95725" bIns="4785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73637" cy="37290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1197" y="4722694"/>
            <a:ext cx="5449570" cy="4474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725" tIns="47850" rIns="95725" bIns="4785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0" name="Google Shape;100;p2:notes"/>
          <p:cNvSpPr txBox="1">
            <a:spLocks noGrp="1"/>
          </p:cNvSpPr>
          <p:nvPr>
            <p:ph type="sldNum" idx="12"/>
          </p:nvPr>
        </p:nvSpPr>
        <p:spPr>
          <a:xfrm>
            <a:off x="3858536" y="9443661"/>
            <a:ext cx="2951850" cy="497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725" tIns="47850" rIns="95725" bIns="4785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 txBox="1">
            <a:spLocks noGrp="1"/>
          </p:cNvSpPr>
          <p:nvPr>
            <p:ph type="body" idx="1"/>
          </p:nvPr>
        </p:nvSpPr>
        <p:spPr>
          <a:xfrm>
            <a:off x="681197" y="4722694"/>
            <a:ext cx="5449570" cy="4474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725" tIns="47850" rIns="95725" bIns="478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4" name="Google Shape;12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73637" cy="37290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:notes"/>
          <p:cNvSpPr txBox="1">
            <a:spLocks noGrp="1"/>
          </p:cNvSpPr>
          <p:nvPr>
            <p:ph type="body" idx="1"/>
          </p:nvPr>
        </p:nvSpPr>
        <p:spPr>
          <a:xfrm>
            <a:off x="681197" y="4722694"/>
            <a:ext cx="5449570" cy="4474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725" tIns="47850" rIns="95725" bIns="478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7" name="Google Shape;14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73637" cy="37290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:notes"/>
          <p:cNvSpPr txBox="1">
            <a:spLocks noGrp="1"/>
          </p:cNvSpPr>
          <p:nvPr>
            <p:ph type="body" idx="1"/>
          </p:nvPr>
        </p:nvSpPr>
        <p:spPr>
          <a:xfrm>
            <a:off x="681197" y="4722694"/>
            <a:ext cx="5449570" cy="4474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725" tIns="47850" rIns="95725" bIns="478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5" name="Google Shape;13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73637" cy="37290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7c0a64743b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73637" cy="37290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9" name="Google Shape;159;g27c0a64743b_0_2:notes"/>
          <p:cNvSpPr txBox="1">
            <a:spLocks noGrp="1"/>
          </p:cNvSpPr>
          <p:nvPr>
            <p:ph type="body" idx="1"/>
          </p:nvPr>
        </p:nvSpPr>
        <p:spPr>
          <a:xfrm>
            <a:off x="681197" y="4722694"/>
            <a:ext cx="5449500" cy="44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725" tIns="47850" rIns="95725" bIns="478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0" name="Google Shape;160;g27c0a64743b_0_2:notes"/>
          <p:cNvSpPr txBox="1">
            <a:spLocks noGrp="1"/>
          </p:cNvSpPr>
          <p:nvPr>
            <p:ph type="sldNum" idx="12"/>
          </p:nvPr>
        </p:nvSpPr>
        <p:spPr>
          <a:xfrm>
            <a:off x="3858536" y="9443661"/>
            <a:ext cx="2952000" cy="49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725" tIns="47850" rIns="95725" bIns="4785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7:notes"/>
          <p:cNvSpPr txBox="1">
            <a:spLocks noGrp="1"/>
          </p:cNvSpPr>
          <p:nvPr>
            <p:ph type="body" idx="1"/>
          </p:nvPr>
        </p:nvSpPr>
        <p:spPr>
          <a:xfrm>
            <a:off x="681197" y="4722694"/>
            <a:ext cx="5449570" cy="4474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725" tIns="47850" rIns="95725" bIns="478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6" name="Google Shape;16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73637" cy="37290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1"/>
          <p:cNvSpPr txBox="1"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8275" bIns="0" anchor="b" anchorCtr="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E0EA"/>
              </a:buClr>
              <a:buSzPts val="5600"/>
              <a:buFont typeface="Arial"/>
              <a:buNone/>
              <a:defRPr sz="5600" b="1">
                <a:solidFill>
                  <a:srgbClr val="4CE0E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1"/>
          <p:cNvSpPr txBox="1"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18275" bIns="45700" anchor="t" anchorCtr="0">
            <a:noAutofit/>
          </a:bodyPr>
          <a:lstStyle>
            <a:lvl1pPr marR="45720" lvl="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/>
            </a:lvl2pPr>
            <a:lvl3pPr lvl="2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/>
            </a:lvl3pPr>
            <a:lvl4pPr lvl="3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/>
            </a:lvl4pPr>
            <a:lvl5pPr lvl="4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/>
            </a:lvl5pPr>
            <a:lvl6pPr lvl="5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6pPr>
            <a:lvl7pPr lvl="6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7pPr>
            <a:lvl8pPr lvl="7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1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2"/>
          <p:cNvSpPr txBox="1">
            <a:spLocks noGrp="1"/>
          </p:cNvSpPr>
          <p:nvPr>
            <p:ph type="title"/>
          </p:nvPr>
        </p:nvSpPr>
        <p:spPr>
          <a:xfrm>
            <a:off x="457200" y="70485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2"/>
          <p:cNvSpPr txBox="1">
            <a:spLocks noGrp="1"/>
          </p:cNvSpPr>
          <p:nvPr>
            <p:ph type="body" idx="1"/>
          </p:nvPr>
        </p:nvSpPr>
        <p:spPr>
          <a:xfrm>
            <a:off x="457200" y="1935163"/>
            <a:ext cx="8229600" cy="4389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1pPr>
            <a:lvl2pPr marL="914400" lvl="1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2pPr>
            <a:lvl3pPr marL="1371600" lvl="2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3pPr>
            <a:lvl4pPr marL="1828800" lvl="3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4pPr>
            <a:lvl5pPr marL="2286000" lvl="4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" name="Google Shape;21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2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3"/>
          <p:cNvSpPr txBox="1"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E3AC"/>
              </a:buClr>
              <a:buSzPts val="5600"/>
              <a:buFont typeface="Arial"/>
              <a:buNone/>
              <a:defRPr sz="5600" b="1" cap="none">
                <a:solidFill>
                  <a:srgbClr val="4AE3AC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3"/>
          <p:cNvSpPr txBox="1"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  <a:defRPr sz="22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3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4"/>
          <p:cNvSpPr txBox="1"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4"/>
          <p:cNvSpPr txBox="1">
            <a:spLocks noGrp="1"/>
          </p:cNvSpPr>
          <p:nvPr>
            <p:ph type="body" idx="1"/>
          </p:nvPr>
        </p:nvSpPr>
        <p:spPr>
          <a:xfrm>
            <a:off x="457200" y="1920085"/>
            <a:ext cx="4038600" cy="4434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068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080"/>
              <a:buChar char="⮚"/>
              <a:defRPr sz="2600"/>
            </a:lvl1pPr>
            <a:lvl2pPr marL="914400" lvl="1" indent="-35051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Char char="⮚"/>
              <a:defRPr sz="2400"/>
            </a:lvl2pPr>
            <a:lvl3pPr marL="1371600" lvl="2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3pPr>
            <a:lvl4pPr marL="1828800" lvl="3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4pPr>
            <a:lvl5pPr marL="2286000" lvl="4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14"/>
          <p:cNvSpPr txBox="1">
            <a:spLocks noGrp="1"/>
          </p:cNvSpPr>
          <p:nvPr>
            <p:ph type="body" idx="2"/>
          </p:nvPr>
        </p:nvSpPr>
        <p:spPr>
          <a:xfrm>
            <a:off x="4648200" y="1920085"/>
            <a:ext cx="4038600" cy="4434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068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080"/>
              <a:buChar char="⮚"/>
              <a:defRPr sz="2600"/>
            </a:lvl1pPr>
            <a:lvl2pPr marL="914400" lvl="1" indent="-35051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Char char="⮚"/>
              <a:defRPr sz="2400"/>
            </a:lvl2pPr>
            <a:lvl3pPr marL="1371600" lvl="2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3pPr>
            <a:lvl4pPr marL="1828800" lvl="3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4pPr>
            <a:lvl5pPr marL="2286000" lvl="4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4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5"/>
          <p:cNvSpPr txBox="1"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5"/>
          <p:cNvSpPr txBox="1"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920"/>
              <a:buNone/>
              <a:defRPr sz="2400" b="1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 b="1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5"/>
          <p:cNvSpPr txBox="1">
            <a:spLocks noGrp="1"/>
          </p:cNvSpPr>
          <p:nvPr>
            <p:ph type="body" idx="2"/>
          </p:nvPr>
        </p:nvSpPr>
        <p:spPr>
          <a:xfrm>
            <a:off x="4645025" y="1859757"/>
            <a:ext cx="4041775" cy="654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920"/>
              <a:buNone/>
              <a:defRPr sz="2400" b="1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 b="1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15"/>
          <p:cNvSpPr txBox="1">
            <a:spLocks noGrp="1"/>
          </p:cNvSpPr>
          <p:nvPr>
            <p:ph type="body" idx="3"/>
          </p:nvPr>
        </p:nvSpPr>
        <p:spPr>
          <a:xfrm>
            <a:off x="457200" y="2514600"/>
            <a:ext cx="4040188" cy="3845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marL="457200" lvl="0" indent="-34036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1760"/>
              <a:buChar char="⮚"/>
              <a:defRPr sz="2200"/>
            </a:lvl1pPr>
            <a:lvl2pPr marL="914400" lvl="1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2pPr>
            <a:lvl3pPr marL="1371600" lvl="2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3pPr>
            <a:lvl4pPr marL="1828800" lvl="3" indent="-30988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Char char="⮚"/>
              <a:defRPr sz="1600"/>
            </a:lvl4pPr>
            <a:lvl5pPr marL="2286000" lvl="4" indent="-309879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Char char="⮚"/>
              <a:defRPr sz="16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15"/>
          <p:cNvSpPr txBox="1">
            <a:spLocks noGrp="1"/>
          </p:cNvSpPr>
          <p:nvPr>
            <p:ph type="body" idx="4"/>
          </p:nvPr>
        </p:nvSpPr>
        <p:spPr>
          <a:xfrm>
            <a:off x="4645025" y="2514600"/>
            <a:ext cx="4041775" cy="3845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marL="457200" lvl="0" indent="-34036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1760"/>
              <a:buChar char="⮚"/>
              <a:defRPr sz="2200"/>
            </a:lvl1pPr>
            <a:lvl2pPr marL="914400" lvl="1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2pPr>
            <a:lvl3pPr marL="1371600" lvl="2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3pPr>
            <a:lvl4pPr marL="1828800" lvl="3" indent="-30988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Char char="⮚"/>
              <a:defRPr sz="1600"/>
            </a:lvl4pPr>
            <a:lvl5pPr marL="2286000" lvl="4" indent="-309879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Char char="⮚"/>
              <a:defRPr sz="16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15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6"/>
          <p:cNvSpPr txBox="1"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Arial"/>
              <a:buNone/>
              <a:defRPr sz="5000" b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6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7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8"/>
          <p:cNvSpPr txBox="1"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None/>
              <a:defRPr sz="2600" b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8"/>
          <p:cNvSpPr txBox="1">
            <a:spLocks noGrp="1"/>
          </p:cNvSpPr>
          <p:nvPr>
            <p:ph type="body" idx="1"/>
          </p:nvPr>
        </p:nvSpPr>
        <p:spPr>
          <a:xfrm>
            <a:off x="685800" y="1676400"/>
            <a:ext cx="27432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45700" rIns="1827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12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72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720"/>
              <a:buNone/>
              <a:defRPr sz="9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18"/>
          <p:cNvSpPr txBox="1">
            <a:spLocks noGrp="1"/>
          </p:cNvSpPr>
          <p:nvPr>
            <p:ph type="body" idx="2"/>
          </p:nvPr>
        </p:nvSpPr>
        <p:spPr>
          <a:xfrm>
            <a:off x="3575050" y="1676400"/>
            <a:ext cx="511175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marL="457200" lvl="0" indent="-37084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Char char="⮚"/>
              <a:defRPr sz="2800"/>
            </a:lvl1pPr>
            <a:lvl2pPr marL="914400" lvl="1" indent="-36068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080"/>
              <a:buChar char="⮚"/>
              <a:defRPr sz="2600"/>
            </a:lvl2pPr>
            <a:lvl3pPr marL="1371600" lvl="2" indent="-35051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Char char="⮚"/>
              <a:defRPr sz="2400"/>
            </a:lvl3pPr>
            <a:lvl4pPr marL="1828800" lvl="3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4pPr>
            <a:lvl5pPr marL="2286000" lvl="4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8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9"/>
          <p:cNvSpPr/>
          <p:nvPr/>
        </p:nvSpPr>
        <p:spPr>
          <a:xfrm rot="-10380000" flipH="1">
            <a:off x="3165475" y="1108075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9525" cap="rnd" cmpd="sng">
            <a:solidFill>
              <a:srgbClr val="C0C0C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38500" dir="7500000" sx="98500" sy="100080" kx="100000" algn="tl" rotWithShape="0">
              <a:srgbClr val="000000">
                <a:alpha val="2431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9"/>
          <p:cNvSpPr/>
          <p:nvPr/>
        </p:nvSpPr>
        <p:spPr>
          <a:xfrm rot="-10380000" flipH="1">
            <a:off x="8004175" y="5359400"/>
            <a:ext cx="155575" cy="155575"/>
          </a:xfrm>
          <a:prstGeom prst="rtTriangle">
            <a:avLst/>
          </a:prstGeom>
          <a:solidFill>
            <a:srgbClr val="FFFFFF"/>
          </a:solidFill>
          <a:ln w="12700" cap="flat" cmpd="sng">
            <a:solidFill>
              <a:srgbClr val="FFFFFF"/>
            </a:solidFill>
            <a:prstDash val="solid"/>
            <a:bevel/>
            <a:headEnd type="none" w="sm" len="sm"/>
            <a:tailEnd type="none" w="sm" len="sm"/>
          </a:ln>
          <a:effectLst>
            <a:outerShdw blurRad="19685" dist="6350" dir="12900000" algn="tl" rotWithShape="0">
              <a:srgbClr val="000000">
                <a:alpha val="46274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19"/>
          <p:cNvSpPr/>
          <p:nvPr/>
        </p:nvSpPr>
        <p:spPr>
          <a:xfrm rot="10800000" flipH="1">
            <a:off x="-9525" y="5816600"/>
            <a:ext cx="9163050" cy="1041400"/>
          </a:xfrm>
          <a:custGeom>
            <a:avLst/>
            <a:gdLst/>
            <a:ahLst/>
            <a:cxnLst/>
            <a:rect l="l" t="t" r="r" b="b"/>
            <a:pathLst>
              <a:path w="5772" h="656" extrusionOk="0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rgbClr val="0079AD">
                  <a:alpha val="44313"/>
                </a:srgbClr>
              </a:gs>
              <a:gs pos="100000">
                <a:srgbClr val="00E9F7">
                  <a:alpha val="54509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9"/>
          <p:cNvSpPr/>
          <p:nvPr/>
        </p:nvSpPr>
        <p:spPr>
          <a:xfrm rot="10800000" flipH="1">
            <a:off x="4381500" y="6219825"/>
            <a:ext cx="4762500" cy="638175"/>
          </a:xfrm>
          <a:custGeom>
            <a:avLst/>
            <a:gdLst/>
            <a:ahLst/>
            <a:cxnLst/>
            <a:rect l="l" t="t" r="r" b="b"/>
            <a:pathLst>
              <a:path w="3000" h="595" extrusionOk="0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ABB4">
                  <a:alpha val="29411"/>
                </a:srgbClr>
              </a:gs>
              <a:gs pos="80000">
                <a:srgbClr val="0099E4">
                  <a:alpha val="44313"/>
                </a:srgbClr>
              </a:gs>
              <a:gs pos="100000">
                <a:srgbClr val="0099E4">
                  <a:alpha val="44313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19"/>
          <p:cNvSpPr txBox="1"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  <a:defRPr sz="2000" b="1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9"/>
          <p:cNvSpPr txBox="1">
            <a:spLocks noGrp="1"/>
          </p:cNvSpPr>
          <p:nvPr>
            <p:ph type="body" idx="1"/>
          </p:nvPr>
        </p:nvSpPr>
        <p:spPr>
          <a:xfrm>
            <a:off x="609600" y="2828785"/>
            <a:ext cx="2209800" cy="2179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000" tIns="45700" rIns="45700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040"/>
              <a:buFont typeface="Arial"/>
              <a:buNone/>
              <a:defRPr sz="1300"/>
            </a:lvl1pPr>
            <a:lvl2pPr marL="914400" lvl="1" indent="-28956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60"/>
              <a:buChar char="⮚"/>
              <a:defRPr sz="1200"/>
            </a:lvl2pPr>
            <a:lvl3pPr marL="1371600" lvl="2" indent="-279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⮚"/>
              <a:defRPr sz="1000"/>
            </a:lvl3pPr>
            <a:lvl4pPr marL="1828800" lvl="3" indent="-274319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720"/>
              <a:buChar char="⮚"/>
              <a:defRPr sz="900"/>
            </a:lvl4pPr>
            <a:lvl5pPr marL="2286000" lvl="4" indent="-27432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720"/>
              <a:buChar char="⮚"/>
              <a:defRPr sz="9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2" name="Google Shape;62;p19"/>
          <p:cNvSpPr>
            <a:spLocks noGrp="1"/>
          </p:cNvSpPr>
          <p:nvPr>
            <p:ph type="pic" idx="2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lt2"/>
          </a:solidFill>
          <a:ln w="9525" cap="rnd" cmpd="sng">
            <a:solidFill>
              <a:srgbClr val="C0C0C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" name="Google Shape;63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9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0"/>
          <p:cNvSpPr txBox="1">
            <a:spLocks noGrp="1"/>
          </p:cNvSpPr>
          <p:nvPr>
            <p:ph type="title"/>
          </p:nvPr>
        </p:nvSpPr>
        <p:spPr>
          <a:xfrm>
            <a:off x="457200" y="70485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0"/>
          <p:cNvSpPr txBox="1">
            <a:spLocks noGrp="1"/>
          </p:cNvSpPr>
          <p:nvPr>
            <p:ph type="body" idx="1"/>
          </p:nvPr>
        </p:nvSpPr>
        <p:spPr>
          <a:xfrm rot="5400000">
            <a:off x="2377282" y="15082"/>
            <a:ext cx="4389437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1pPr>
            <a:lvl2pPr marL="914400" lvl="1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2pPr>
            <a:lvl3pPr marL="1371600" lvl="2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3pPr>
            <a:lvl4pPr marL="1828800" lvl="3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4pPr>
            <a:lvl5pPr marL="2286000" lvl="4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8" name="Google Shape;68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20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1"/>
          <p:cNvSpPr txBox="1">
            <a:spLocks noGrp="1"/>
          </p:cNvSpPr>
          <p:nvPr>
            <p:ph type="title"/>
          </p:nvPr>
        </p:nvSpPr>
        <p:spPr>
          <a:xfrm rot="5400000">
            <a:off x="5052219" y="2491582"/>
            <a:ext cx="5211763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1"/>
          <p:cNvSpPr txBox="1">
            <a:spLocks noGrp="1"/>
          </p:cNvSpPr>
          <p:nvPr>
            <p:ph type="body" idx="1"/>
          </p:nvPr>
        </p:nvSpPr>
        <p:spPr>
          <a:xfrm rot="5400000">
            <a:off x="861219" y="510382"/>
            <a:ext cx="5211763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1pPr>
            <a:lvl2pPr marL="914400" lvl="1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2pPr>
            <a:lvl3pPr marL="1371600" lvl="2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3pPr>
            <a:lvl4pPr marL="1828800" lvl="3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4pPr>
            <a:lvl5pPr marL="2286000" lvl="4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3" name="Google Shape;73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1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2"/>
          <p:cNvSpPr txBox="1">
            <a:spLocks noGrp="1"/>
          </p:cNvSpPr>
          <p:nvPr>
            <p:ph type="title"/>
          </p:nvPr>
        </p:nvSpPr>
        <p:spPr>
          <a:xfrm>
            <a:off x="457200" y="70485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2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4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>
            <a:spLocks noGrp="1"/>
          </p:cNvSpPr>
          <p:nvPr>
            <p:ph type="title"/>
          </p:nvPr>
        </p:nvSpPr>
        <p:spPr>
          <a:xfrm>
            <a:off x="457200" y="70485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10"/>
          <p:cNvSpPr txBox="1">
            <a:spLocks noGrp="1"/>
          </p:cNvSpPr>
          <p:nvPr>
            <p:ph type="body" idx="1"/>
          </p:nvPr>
        </p:nvSpPr>
        <p:spPr>
          <a:xfrm>
            <a:off x="457200" y="1935163"/>
            <a:ext cx="8229600" cy="4389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0039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5"/>
              </a:buClr>
              <a:buSzPts val="1440"/>
              <a:buFont typeface="Noto Sans Symbols"/>
              <a:buChar char="⚫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9879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280"/>
              <a:buFont typeface="Noto Sans Symbols"/>
              <a:buChar char="⚫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alphaModFix/>
          </a:blip>
          <a:tile tx="0" ty="0" sx="100000" sy="80000" flip="none" algn="tl"/>
        </a:blip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"/>
          <p:cNvSpPr txBox="1">
            <a:spLocks noGrp="1"/>
          </p:cNvSpPr>
          <p:nvPr>
            <p:ph type="subTitle" idx="1"/>
          </p:nvPr>
        </p:nvSpPr>
        <p:spPr>
          <a:xfrm>
            <a:off x="533400" y="3228536"/>
            <a:ext cx="7924800" cy="1953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18275" bIns="45700" anchor="t" anchorCtr="0">
            <a:noAutofit/>
          </a:bodyPr>
          <a:lstStyle/>
          <a:p>
            <a:pPr marL="0" marR="4572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45720" lvl="0" indent="0" algn="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dirty="0"/>
              <a:t> 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   </a:t>
            </a:r>
            <a:endParaRPr dirty="0"/>
          </a:p>
        </p:txBody>
      </p:sp>
      <p:sp>
        <p:nvSpPr>
          <p:cNvPr id="87" name="Google Shape;87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2987824" y="-93141"/>
            <a:ext cx="6108000" cy="2854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lang="en-US" sz="2400" b="1" i="0" u="none" strike="noStrike" cap="none" dirty="0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KONGU ENGINEERING COLLEGE</a:t>
            </a:r>
            <a:r>
              <a:rPr lang="en-US" sz="1800" b="1" i="0" u="none" strike="noStrike" cap="none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 dirty="0">
                <a:solidFill>
                  <a:srgbClr val="5463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PERUNDURAI ERODE-638060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endParaRPr sz="1050" b="1" i="0" u="none" strike="noStrike" cap="none" dirty="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TECHNOLOGY – PG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lang="en-US" sz="2800" b="1" dirty="0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800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22IST52-WEB TECHNOLOGY</a:t>
            </a:r>
          </a:p>
        </p:txBody>
      </p:sp>
      <p:sp>
        <p:nvSpPr>
          <p:cNvPr id="90" name="Google Shape;90;p1"/>
          <p:cNvSpPr txBox="1"/>
          <p:nvPr/>
        </p:nvSpPr>
        <p:spPr>
          <a:xfrm>
            <a:off x="2954711" y="3006786"/>
            <a:ext cx="6108000" cy="36317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Name</a:t>
            </a:r>
            <a:r>
              <a:rPr lang="en-US" sz="2000" b="1" i="0" u="none" strike="noStrike" cap="none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-US" sz="2000" b="1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Balachandran K </a:t>
            </a:r>
            <a:r>
              <a:rPr lang="en-US" sz="2000" b="1" i="0" u="none" strike="noStrike" cap="none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US" sz="2000" b="1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Reg. No: </a:t>
            </a:r>
            <a:r>
              <a:rPr lang="en-US" sz="2000" b="1" i="0" u="none" strike="noStrike" cap="none" dirty="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22ISR005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dirty="0">
                <a:solidFill>
                  <a:srgbClr val="FF0000"/>
                </a:solidFill>
                <a:latin typeface="Times New Roman"/>
                <a:cs typeface="Times New Roman"/>
                <a:sym typeface="Times New Roman"/>
              </a:rPr>
              <a:t>Title: </a:t>
            </a:r>
            <a:r>
              <a:rPr lang="en-US" sz="2000" b="1" dirty="0">
                <a:solidFill>
                  <a:srgbClr val="0C0C0C"/>
                </a:solidFill>
                <a:latin typeface="Times New Roman"/>
                <a:cs typeface="Times New Roman"/>
                <a:sym typeface="Times New Roman"/>
              </a:rPr>
              <a:t>Creating an Engaging and Efficient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dirty="0">
                <a:solidFill>
                  <a:srgbClr val="0C0C0C"/>
                </a:solidFill>
                <a:latin typeface="Times New Roman"/>
                <a:cs typeface="Times New Roman"/>
                <a:sym typeface="Times New Roman"/>
              </a:rPr>
              <a:t>          Multi-Blog Website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lang="en-US"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 dirty="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 dirty="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 dirty="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 dirty="0">
              <a:solidFill>
                <a:srgbClr val="0C0C0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 dirty="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</a:t>
            </a:r>
            <a:endParaRPr sz="1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5" name="Google Shape;95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-50671"/>
            <a:ext cx="992221" cy="1130441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" descr="G:\TBI\TBI@KEC Logos\K Transform\6-5x4 product centre.jp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240813" y="897504"/>
            <a:ext cx="1713898" cy="14904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27e74397a6a_0_2"/>
          <p:cNvSpPr txBox="1">
            <a:spLocks noGrp="1"/>
          </p:cNvSpPr>
          <p:nvPr>
            <p:ph type="title"/>
          </p:nvPr>
        </p:nvSpPr>
        <p:spPr>
          <a:xfrm>
            <a:off x="748150" y="931575"/>
            <a:ext cx="8164138" cy="6357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Objective</a:t>
            </a:r>
            <a:endParaRPr dirty="0"/>
          </a:p>
        </p:txBody>
      </p:sp>
      <p:sp>
        <p:nvSpPr>
          <p:cNvPr id="114" name="Google Shape;114;g27e74397a6a_0_2"/>
          <p:cNvSpPr txBox="1">
            <a:spLocks noGrp="1"/>
          </p:cNvSpPr>
          <p:nvPr>
            <p:ph type="body" idx="1"/>
          </p:nvPr>
        </p:nvSpPr>
        <p:spPr>
          <a:xfrm>
            <a:off x="633400" y="1695321"/>
            <a:ext cx="8229600" cy="43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37160" indent="0" rtl="0">
              <a:buNone/>
            </a:pPr>
            <a:r>
              <a:rPr lang="en-US" sz="2400" dirty="0"/>
              <a:t>To develop a user-friendly Multi-blog platform that allows users to easily create, share, and interact with content while providing an efficient content management system for administrators.</a:t>
            </a:r>
            <a:endParaRPr sz="2400" dirty="0"/>
          </a:p>
        </p:txBody>
      </p:sp>
      <p:sp>
        <p:nvSpPr>
          <p:cNvPr id="118" name="Google Shape;118;g27e74397a6a_0_2"/>
          <p:cNvSpPr txBox="1"/>
          <p:nvPr/>
        </p:nvSpPr>
        <p:spPr>
          <a:xfrm>
            <a:off x="6467800" y="2445025"/>
            <a:ext cx="2395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" name="Google Shape;119;g27e74397a6a_0_2"/>
          <p:cNvSpPr txBox="1"/>
          <p:nvPr/>
        </p:nvSpPr>
        <p:spPr>
          <a:xfrm>
            <a:off x="748150" y="5022577"/>
            <a:ext cx="2426100" cy="134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0" name="Google Shape;120;g27e74397a6a_0_2"/>
          <p:cNvSpPr txBox="1"/>
          <p:nvPr/>
        </p:nvSpPr>
        <p:spPr>
          <a:xfrm>
            <a:off x="3675675" y="4613575"/>
            <a:ext cx="2395200" cy="5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" name="Google Shape;121;g27e74397a6a_0_2"/>
          <p:cNvSpPr txBox="1"/>
          <p:nvPr/>
        </p:nvSpPr>
        <p:spPr>
          <a:xfrm>
            <a:off x="6548975" y="5101475"/>
            <a:ext cx="2412600" cy="13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"/>
          <p:cNvSpPr txBox="1">
            <a:spLocks noGrp="1"/>
          </p:cNvSpPr>
          <p:nvPr>
            <p:ph type="title"/>
          </p:nvPr>
        </p:nvSpPr>
        <p:spPr>
          <a:xfrm>
            <a:off x="924232" y="1085276"/>
            <a:ext cx="4900069" cy="8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Existing System</a:t>
            </a:r>
            <a:br>
              <a:rPr lang="en-US" dirty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lang="en-US" dirty="0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" name="Google Shape;104;p2"/>
          <p:cNvSpPr txBox="1">
            <a:spLocks noGrp="1"/>
          </p:cNvSpPr>
          <p:nvPr>
            <p:ph type="body" idx="1"/>
          </p:nvPr>
        </p:nvSpPr>
        <p:spPr>
          <a:xfrm>
            <a:off x="678903" y="1949276"/>
            <a:ext cx="8308033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800"/>
              <a:buFont typeface="Wingdings" panose="05000000000000000000" pitchFamily="2" charset="2"/>
              <a:buChar char="Ø"/>
            </a:pPr>
            <a:r>
              <a:rPr lang="en-IN" sz="2400" dirty="0">
                <a:latin typeface="+mn-lt"/>
                <a:ea typeface="Times New Roman"/>
                <a:cs typeface="Times New Roman"/>
                <a:sym typeface="Times New Roman"/>
              </a:rPr>
              <a:t>Limited Customization</a:t>
            </a: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800"/>
              <a:buFont typeface="Wingdings" panose="05000000000000000000" pitchFamily="2" charset="2"/>
              <a:buChar char="Ø"/>
            </a:pPr>
            <a:r>
              <a:rPr lang="en-IN" sz="2400" dirty="0">
                <a:latin typeface="+mn-lt"/>
                <a:ea typeface="Times New Roman"/>
                <a:cs typeface="Times New Roman"/>
                <a:sym typeface="Times New Roman"/>
              </a:rPr>
              <a:t>User Engagement</a:t>
            </a: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800"/>
              <a:buFont typeface="Wingdings" panose="05000000000000000000" pitchFamily="2" charset="2"/>
              <a:buChar char="Ø"/>
            </a:pPr>
            <a:r>
              <a:rPr lang="en-IN" sz="2400" dirty="0">
                <a:latin typeface="+mn-lt"/>
                <a:ea typeface="Times New Roman"/>
                <a:cs typeface="Times New Roman"/>
                <a:sym typeface="Times New Roman"/>
              </a:rPr>
              <a:t>Content Management</a:t>
            </a: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800"/>
              <a:buFont typeface="Wingdings" panose="05000000000000000000" pitchFamily="2" charset="2"/>
              <a:buChar char="Ø"/>
            </a:pPr>
            <a:r>
              <a:rPr lang="en-IN" sz="2400" dirty="0">
                <a:latin typeface="+mn-lt"/>
                <a:ea typeface="Times New Roman"/>
                <a:cs typeface="Times New Roman"/>
                <a:sym typeface="Times New Roman"/>
              </a:rPr>
              <a:t>Performance Issues</a:t>
            </a:r>
            <a:endParaRPr sz="2400" dirty="0">
              <a:latin typeface="+mn-lt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5" name="Google Shape;105;p2"/>
          <p:cNvSpPr txBox="1"/>
          <p:nvPr/>
        </p:nvSpPr>
        <p:spPr>
          <a:xfrm>
            <a:off x="413320" y="6521276"/>
            <a:ext cx="88392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sz="1300" b="1" i="0" u="none" strike="noStrike" cap="non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id="106" name="Google Shape;106;p2" descr="kec2blackborder png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2038"/>
            <a:ext cx="508210" cy="632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70556" y="85116"/>
            <a:ext cx="952267" cy="4119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"/>
          <p:cNvSpPr txBox="1">
            <a:spLocks noGrp="1"/>
          </p:cNvSpPr>
          <p:nvPr>
            <p:ph type="title"/>
          </p:nvPr>
        </p:nvSpPr>
        <p:spPr>
          <a:xfrm>
            <a:off x="855406" y="699668"/>
            <a:ext cx="6259394" cy="834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dirty="0"/>
              <a:t>Proposed System</a:t>
            </a:r>
            <a:endParaRPr dirty="0"/>
          </a:p>
        </p:txBody>
      </p:sp>
      <p:sp>
        <p:nvSpPr>
          <p:cNvPr id="128" name="Google Shape;128;p4"/>
          <p:cNvSpPr txBox="1">
            <a:spLocks noGrp="1"/>
          </p:cNvSpPr>
          <p:nvPr>
            <p:ph type="body" idx="1"/>
          </p:nvPr>
        </p:nvSpPr>
        <p:spPr>
          <a:xfrm>
            <a:off x="622663" y="2098040"/>
            <a:ext cx="8341826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ingdings" panose="05000000000000000000" pitchFamily="2" charset="2"/>
              <a:buChar char="Ø"/>
            </a:pPr>
            <a:r>
              <a:rPr lang="en-IN" sz="2400" dirty="0">
                <a:latin typeface="+mn-lt"/>
                <a:ea typeface="Times New Roman"/>
                <a:cs typeface="Times New Roman"/>
                <a:sym typeface="Times New Roman"/>
              </a:rPr>
              <a:t>Enhanced Customization</a:t>
            </a:r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ingdings" panose="05000000000000000000" pitchFamily="2" charset="2"/>
              <a:buChar char="Ø"/>
            </a:pPr>
            <a:r>
              <a:rPr lang="en-IN" sz="2400" dirty="0">
                <a:latin typeface="+mn-lt"/>
                <a:ea typeface="Times New Roman"/>
                <a:cs typeface="Times New Roman"/>
                <a:sym typeface="Times New Roman"/>
              </a:rPr>
              <a:t>Improved User Engagement</a:t>
            </a:r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ingdings" panose="05000000000000000000" pitchFamily="2" charset="2"/>
              <a:buChar char="Ø"/>
            </a:pPr>
            <a:r>
              <a:rPr lang="en-IN" sz="2400" dirty="0">
                <a:latin typeface="+mn-lt"/>
                <a:ea typeface="Times New Roman"/>
                <a:cs typeface="Times New Roman"/>
                <a:sym typeface="Times New Roman"/>
              </a:rPr>
              <a:t>Advanced Content Management:</a:t>
            </a:r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ingdings" panose="05000000000000000000" pitchFamily="2" charset="2"/>
              <a:buChar char="Ø"/>
            </a:pPr>
            <a:r>
              <a:rPr lang="en-IN" sz="2400" dirty="0">
                <a:latin typeface="+mn-lt"/>
                <a:ea typeface="Times New Roman"/>
                <a:cs typeface="Times New Roman"/>
                <a:sym typeface="Times New Roman"/>
              </a:rPr>
              <a:t>Optimized Performance</a:t>
            </a:r>
            <a:endParaRPr sz="2400" dirty="0">
              <a:latin typeface="+mn-lt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9" name="Google Shape;129;p4"/>
          <p:cNvSpPr txBox="1"/>
          <p:nvPr/>
        </p:nvSpPr>
        <p:spPr>
          <a:xfrm>
            <a:off x="533400" y="6251575"/>
            <a:ext cx="2286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130" name="Google Shape;130;p4"/>
          <p:cNvSpPr txBox="1"/>
          <p:nvPr/>
        </p:nvSpPr>
        <p:spPr>
          <a:xfrm>
            <a:off x="539552" y="6521276"/>
            <a:ext cx="88392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sz="1300" b="1" i="0" u="none" strike="noStrike" cap="non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id="131" name="Google Shape;131;p4" descr="kec2blackborder png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52612"/>
            <a:ext cx="508210" cy="632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70556" y="85116"/>
            <a:ext cx="952267" cy="4119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"/>
          <p:cNvSpPr txBox="1">
            <a:spLocks noGrp="1"/>
          </p:cNvSpPr>
          <p:nvPr>
            <p:ph type="title"/>
          </p:nvPr>
        </p:nvSpPr>
        <p:spPr>
          <a:xfrm>
            <a:off x="835742" y="902030"/>
            <a:ext cx="5736186" cy="652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dirty="0"/>
              <a:t>Modules</a:t>
            </a:r>
            <a:endParaRPr dirty="0"/>
          </a:p>
        </p:txBody>
      </p:sp>
      <p:sp>
        <p:nvSpPr>
          <p:cNvPr id="150" name="Google Shape;150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000" dirty="0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endParaRPr sz="1000" dirty="0">
              <a:solidFill>
                <a:schemeClr val="dk2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152" name="Google Shape;152;p6"/>
          <p:cNvSpPr txBox="1">
            <a:spLocks noGrp="1"/>
          </p:cNvSpPr>
          <p:nvPr>
            <p:ph type="body" idx="1"/>
          </p:nvPr>
        </p:nvSpPr>
        <p:spPr>
          <a:xfrm>
            <a:off x="744860" y="2019414"/>
            <a:ext cx="7996535" cy="4336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44500" indent="-342900">
              <a:spcBef>
                <a:spcPts val="400"/>
              </a:spcBef>
              <a:buSzPts val="1600"/>
            </a:pPr>
            <a:r>
              <a:rPr lang="en-US" sz="2400" dirty="0">
                <a:latin typeface="+mn-lt"/>
                <a:ea typeface="Times New Roman"/>
                <a:cs typeface="Times New Roman"/>
                <a:sym typeface="Times New Roman"/>
              </a:rPr>
              <a:t>User Interface</a:t>
            </a:r>
          </a:p>
          <a:p>
            <a:pPr marL="444500" indent="-342900">
              <a:spcBef>
                <a:spcPts val="400"/>
              </a:spcBef>
              <a:buSzPts val="1600"/>
            </a:pPr>
            <a:r>
              <a:rPr lang="en-US" sz="2400" dirty="0">
                <a:latin typeface="+mn-lt"/>
                <a:ea typeface="Times New Roman"/>
                <a:cs typeface="Times New Roman"/>
                <a:sym typeface="Times New Roman"/>
              </a:rPr>
              <a:t>User Authentication</a:t>
            </a:r>
          </a:p>
          <a:p>
            <a:pPr marL="444500" indent="-342900">
              <a:spcBef>
                <a:spcPts val="400"/>
              </a:spcBef>
              <a:buSzPts val="1600"/>
            </a:pPr>
            <a:r>
              <a:rPr lang="en-US" sz="2400" dirty="0">
                <a:latin typeface="+mn-lt"/>
                <a:ea typeface="Times New Roman"/>
                <a:cs typeface="Times New Roman"/>
                <a:sym typeface="Times New Roman"/>
              </a:rPr>
              <a:t>Blog Creation and Management</a:t>
            </a:r>
          </a:p>
          <a:p>
            <a:pPr marL="444500" indent="-342900">
              <a:spcBef>
                <a:spcPts val="400"/>
              </a:spcBef>
              <a:buSzPts val="1600"/>
            </a:pPr>
            <a:r>
              <a:rPr lang="en-US" sz="2400" dirty="0">
                <a:latin typeface="+mn-lt"/>
                <a:ea typeface="Times New Roman"/>
                <a:cs typeface="Times New Roman"/>
                <a:sym typeface="Times New Roman"/>
              </a:rPr>
              <a:t>Comment System</a:t>
            </a:r>
          </a:p>
          <a:p>
            <a:pPr marL="444500" indent="-342900">
              <a:spcBef>
                <a:spcPts val="400"/>
              </a:spcBef>
              <a:buSzPts val="1600"/>
            </a:pPr>
            <a:r>
              <a:rPr lang="en-US" sz="2400" dirty="0">
                <a:latin typeface="+mn-lt"/>
                <a:ea typeface="Times New Roman"/>
                <a:cs typeface="Times New Roman"/>
                <a:sym typeface="Times New Roman"/>
              </a:rPr>
              <a:t>Social Media Integration</a:t>
            </a:r>
          </a:p>
          <a:p>
            <a:pPr marL="444500" indent="-342900">
              <a:spcBef>
                <a:spcPts val="400"/>
              </a:spcBef>
              <a:buSzPts val="1600"/>
            </a:pPr>
            <a:r>
              <a:rPr lang="en-US" sz="2400" dirty="0">
                <a:latin typeface="+mn-lt"/>
                <a:ea typeface="Times New Roman"/>
                <a:cs typeface="Times New Roman"/>
                <a:sym typeface="Times New Roman"/>
              </a:rPr>
              <a:t>Analytics Dashboard</a:t>
            </a:r>
          </a:p>
          <a:p>
            <a:pPr marL="444500" indent="-342900">
              <a:spcBef>
                <a:spcPts val="400"/>
              </a:spcBef>
              <a:buSzPts val="1600"/>
            </a:pPr>
            <a:r>
              <a:rPr lang="en-US" sz="2400" dirty="0">
                <a:latin typeface="+mn-lt"/>
                <a:ea typeface="Times New Roman"/>
                <a:cs typeface="Times New Roman"/>
                <a:sym typeface="Times New Roman"/>
              </a:rPr>
              <a:t>Admin Panel</a:t>
            </a:r>
            <a:endParaRPr sz="2400" dirty="0">
              <a:latin typeface="+mn-lt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6"/>
          <p:cNvSpPr txBox="1"/>
          <p:nvPr/>
        </p:nvSpPr>
        <p:spPr>
          <a:xfrm>
            <a:off x="429035" y="6521276"/>
            <a:ext cx="88392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sz="1300" b="1" i="0" u="none" strike="noStrike" cap="non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id="154" name="Google Shape;154;p6" descr="kec2blackborder png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52612"/>
            <a:ext cx="508210" cy="632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70556" y="85116"/>
            <a:ext cx="952267" cy="4119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"/>
          <p:cNvSpPr txBox="1">
            <a:spLocks noGrp="1"/>
          </p:cNvSpPr>
          <p:nvPr>
            <p:ph type="title"/>
          </p:nvPr>
        </p:nvSpPr>
        <p:spPr>
          <a:xfrm>
            <a:off x="796413" y="551115"/>
            <a:ext cx="5619785" cy="954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en-US" dirty="0"/>
            </a:br>
            <a:br>
              <a:rPr lang="en-US" dirty="0"/>
            </a:br>
            <a:r>
              <a:rPr lang="en-US" dirty="0"/>
              <a:t>Module Description</a:t>
            </a:r>
            <a:endParaRPr dirty="0"/>
          </a:p>
        </p:txBody>
      </p:sp>
      <p:sp>
        <p:nvSpPr>
          <p:cNvPr id="138" name="Google Shape;138;p5"/>
          <p:cNvSpPr txBox="1">
            <a:spLocks noGrp="1"/>
          </p:cNvSpPr>
          <p:nvPr>
            <p:ph type="sldNum" idx="12"/>
          </p:nvPr>
        </p:nvSpPr>
        <p:spPr>
          <a:xfrm>
            <a:off x="21177" y="-43549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6</a:t>
            </a:fld>
            <a:endParaRPr sz="1800" b="0" i="0" u="none" strike="noStrike" cap="none" dirty="0">
              <a:solidFill>
                <a:srgbClr val="FFFFFF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139" name="Google Shape;139;p5"/>
          <p:cNvSpPr txBox="1">
            <a:spLocks noGrp="1"/>
          </p:cNvSpPr>
          <p:nvPr>
            <p:ph type="body" idx="1"/>
          </p:nvPr>
        </p:nvSpPr>
        <p:spPr>
          <a:xfrm>
            <a:off x="692417" y="1955785"/>
            <a:ext cx="8185762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69887" lvl="1" indent="-342900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SzPts val="1700"/>
            </a:pPr>
            <a:endParaRPr lang="en-US" sz="2400" dirty="0">
              <a:solidFill>
                <a:schemeClr val="tx1"/>
              </a:solidFill>
              <a:latin typeface="+mn-lt"/>
              <a:ea typeface="Times New Roman"/>
              <a:cs typeface="Times New Roman"/>
              <a:sym typeface="Times New Roman"/>
            </a:endParaRPr>
          </a:p>
          <a:p>
            <a:pPr marL="26987" lvl="1" indent="0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SzPts val="1700"/>
              <a:buNone/>
            </a:pPr>
            <a:endParaRPr lang="en-US" sz="2400" dirty="0">
              <a:solidFill>
                <a:schemeClr val="tx1"/>
              </a:solidFill>
              <a:latin typeface="+mn-lt"/>
              <a:ea typeface="Times New Roman"/>
              <a:cs typeface="Times New Roman"/>
              <a:sym typeface="Times New Roman"/>
            </a:endParaRPr>
          </a:p>
          <a:p>
            <a:pPr marL="484187" lvl="1" indent="-457200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SzPts val="1700"/>
            </a:pPr>
            <a:r>
              <a:rPr lang="en-US" sz="2400" dirty="0">
                <a:solidFill>
                  <a:schemeClr val="tx1"/>
                </a:solidFill>
                <a:latin typeface="+mn-lt"/>
                <a:ea typeface="Times New Roman"/>
                <a:cs typeface="Times New Roman"/>
                <a:sym typeface="Times New Roman"/>
              </a:rPr>
              <a:t>This module provides the front-end design, ensuring that the blog is visually appealing and easy to navigate on both desktop and mobile devices.</a:t>
            </a:r>
          </a:p>
          <a:p>
            <a:pPr marL="484187" lvl="1" indent="-457200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SzPts val="1700"/>
            </a:pPr>
            <a:endParaRPr lang="en-US" sz="2400" dirty="0">
              <a:solidFill>
                <a:schemeClr val="tx1"/>
              </a:solidFill>
              <a:latin typeface="+mn-lt"/>
              <a:ea typeface="Times New Roman"/>
              <a:cs typeface="Times New Roman"/>
              <a:sym typeface="Times New Roman"/>
            </a:endParaRPr>
          </a:p>
          <a:p>
            <a:pPr marL="484187" lvl="1" indent="-457200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SzPts val="1700"/>
            </a:pPr>
            <a:r>
              <a:rPr lang="en-US" sz="2400" dirty="0">
                <a:solidFill>
                  <a:schemeClr val="tx1"/>
                </a:solidFill>
                <a:latin typeface="+mn-lt"/>
                <a:ea typeface="Times New Roman"/>
                <a:cs typeface="Times New Roman"/>
                <a:sym typeface="Times New Roman"/>
              </a:rPr>
              <a:t>Features: Responsive design, customizable themes, easy navigation.</a:t>
            </a:r>
          </a:p>
          <a:p>
            <a:pPr marL="26987" lvl="1" indent="0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SzPts val="1700"/>
              <a:buNone/>
            </a:pPr>
            <a:endParaRPr sz="2400" dirty="0">
              <a:solidFill>
                <a:schemeClr val="tx1"/>
              </a:solidFill>
              <a:latin typeface="+mn-lt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0" name="Google Shape;140;p5"/>
          <p:cNvSpPr txBox="1"/>
          <p:nvPr/>
        </p:nvSpPr>
        <p:spPr>
          <a:xfrm>
            <a:off x="533400" y="6251575"/>
            <a:ext cx="2286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141" name="Google Shape;141;p5"/>
          <p:cNvSpPr txBox="1"/>
          <p:nvPr/>
        </p:nvSpPr>
        <p:spPr>
          <a:xfrm>
            <a:off x="413320" y="6525344"/>
            <a:ext cx="88392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sz="1300" b="1" i="0" u="none" strike="noStrike" cap="non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id="142" name="Google Shape;142;p5" descr="kec2blackborder png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52612"/>
            <a:ext cx="508210" cy="632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70556" y="85116"/>
            <a:ext cx="952267" cy="41196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7580124-19E5-4944-9FF1-7EF9D4906F6E}"/>
              </a:ext>
            </a:extLst>
          </p:cNvPr>
          <p:cNvSpPr txBox="1"/>
          <p:nvPr/>
        </p:nvSpPr>
        <p:spPr>
          <a:xfrm>
            <a:off x="692417" y="1256406"/>
            <a:ext cx="376533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2800" dirty="0">
              <a:solidFill>
                <a:schemeClr val="accent1"/>
              </a:solidFill>
            </a:endParaRPr>
          </a:p>
          <a:p>
            <a:r>
              <a:rPr lang="en-IN" sz="2800" dirty="0">
                <a:solidFill>
                  <a:schemeClr val="accent1"/>
                </a:solidFill>
              </a:rPr>
              <a:t>User Interface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7c0a64743b_0_2"/>
          <p:cNvSpPr txBox="1">
            <a:spLocks noGrp="1"/>
          </p:cNvSpPr>
          <p:nvPr>
            <p:ph type="title"/>
          </p:nvPr>
        </p:nvSpPr>
        <p:spPr>
          <a:xfrm>
            <a:off x="721360" y="1236218"/>
            <a:ext cx="5769864" cy="5204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User Authentication</a:t>
            </a:r>
            <a:endParaRPr dirty="0"/>
          </a:p>
        </p:txBody>
      </p:sp>
      <p:sp>
        <p:nvSpPr>
          <p:cNvPr id="163" name="Google Shape;163;g27c0a64743b_0_2"/>
          <p:cNvSpPr txBox="1">
            <a:spLocks noGrp="1"/>
          </p:cNvSpPr>
          <p:nvPr>
            <p:ph type="body" idx="1"/>
          </p:nvPr>
        </p:nvSpPr>
        <p:spPr>
          <a:xfrm>
            <a:off x="721360" y="2396427"/>
            <a:ext cx="8229600" cy="43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spcBef>
                <a:spcPts val="1200"/>
              </a:spcBef>
            </a:pPr>
            <a:r>
              <a:rPr lang="en-US" sz="2400" dirty="0">
                <a:effectLst/>
              </a:rPr>
              <a:t>Handles user authentication, ensuring secure access to user accounts and providing options for account creation and recovery.</a:t>
            </a:r>
            <a:endParaRPr lang="en-US" sz="2400" dirty="0"/>
          </a:p>
          <a:p>
            <a:pPr marL="342900" indent="-342900">
              <a:spcBef>
                <a:spcPts val="1200"/>
              </a:spcBef>
            </a:pPr>
            <a:r>
              <a:rPr lang="en-US" sz="2400" dirty="0">
                <a:effectLst/>
              </a:rPr>
              <a:t>Features: Registration, login, password recovery.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736EC-BCEC-43E8-1E8D-D75631BCF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944" y="472440"/>
            <a:ext cx="8229600" cy="1143000"/>
          </a:xfrm>
        </p:spPr>
        <p:txBody>
          <a:bodyPr/>
          <a:lstStyle/>
          <a:p>
            <a:r>
              <a:rPr lang="en-US" dirty="0"/>
              <a:t>Blog Creation and Management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6B7761-252C-C9AE-B9F1-CA806C3435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4944" y="1935163"/>
            <a:ext cx="7991856" cy="4389437"/>
          </a:xfrm>
        </p:spPr>
        <p:txBody>
          <a:bodyPr/>
          <a:lstStyle/>
          <a:p>
            <a:r>
              <a:rPr lang="en-US" sz="2400" dirty="0">
                <a:effectLst/>
              </a:rPr>
              <a:t>Allows users to create and manage blog posts with an intuitive editor that supports text formatting, media integration, and scheduling.</a:t>
            </a:r>
          </a:p>
          <a:p>
            <a:r>
              <a:rPr lang="en-US" sz="2400" dirty="0">
                <a:effectLst/>
              </a:rPr>
              <a:t>Features: Rich text editor, media uploads, post scheduling.</a:t>
            </a:r>
          </a:p>
        </p:txBody>
      </p:sp>
    </p:spTree>
    <p:extLst>
      <p:ext uri="{BB962C8B-B14F-4D97-AF65-F5344CB8AC3E}">
        <p14:creationId xmlns:p14="http://schemas.microsoft.com/office/powerpoint/2010/main" val="11235943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7B0E4-FBD9-E7B3-D304-C5B5F6AC2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533400"/>
            <a:ext cx="8229600" cy="1143000"/>
          </a:xfrm>
        </p:spPr>
        <p:txBody>
          <a:bodyPr/>
          <a:lstStyle/>
          <a:p>
            <a:r>
              <a:rPr lang="en-US" dirty="0"/>
              <a:t>Comment System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1FF542-E7CB-FC1B-F015-E6EB69AC68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6154" y="1935163"/>
            <a:ext cx="8100645" cy="4389437"/>
          </a:xfrm>
        </p:spPr>
        <p:txBody>
          <a:bodyPr/>
          <a:lstStyle/>
          <a:p>
            <a:r>
              <a:rPr lang="en-US" sz="2400" dirty="0">
                <a:effectLst/>
              </a:rPr>
              <a:t>Enables users to comment on blog posts, with features for real-time interaction, comment moderation by admins, and notifications for new comments</a:t>
            </a:r>
            <a:r>
              <a:rPr lang="en-US" dirty="0">
                <a:effectLst/>
              </a:rPr>
              <a:t>.</a:t>
            </a:r>
          </a:p>
          <a:p>
            <a:r>
              <a:rPr lang="en-US" sz="2400" dirty="0">
                <a:effectLst/>
              </a:rPr>
              <a:t>Features: Real-time comments, moderation tools, notifications.</a:t>
            </a:r>
          </a:p>
          <a:p>
            <a:pPr marL="137160" indent="0" rtl="0">
              <a:buNone/>
            </a:pPr>
            <a:endParaRPr lang="en-US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0795067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147E7-CD26-4897-EA84-98FDD721DF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830" y="713994"/>
            <a:ext cx="8142849" cy="927237"/>
          </a:xfrm>
        </p:spPr>
        <p:txBody>
          <a:bodyPr/>
          <a:lstStyle/>
          <a:p>
            <a:r>
              <a:rPr lang="en-US" dirty="0"/>
              <a:t>Social Media Integration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4179EC-19FE-15B6-5DD1-462A2FA0B8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3046" y="1935163"/>
            <a:ext cx="8053754" cy="4389437"/>
          </a:xfrm>
        </p:spPr>
        <p:txBody>
          <a:bodyPr/>
          <a:lstStyle/>
          <a:p>
            <a:r>
              <a:rPr lang="en-US" sz="2400" dirty="0">
                <a:effectLst/>
              </a:rPr>
              <a:t>Integrates social media platforms, allowing users to share content easily and log in using their social media accounts.</a:t>
            </a:r>
          </a:p>
          <a:p>
            <a:r>
              <a:rPr lang="en-US" sz="2400" dirty="0">
                <a:effectLst/>
              </a:rPr>
              <a:t>Features: Share buttons, social media login, auto-posting.</a:t>
            </a:r>
          </a:p>
          <a:p>
            <a:endParaRPr lang="en-US" sz="24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7460074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97028-479E-9B6B-6C0D-B5B403F21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694690"/>
            <a:ext cx="8077200" cy="934818"/>
          </a:xfrm>
        </p:spPr>
        <p:txBody>
          <a:bodyPr/>
          <a:lstStyle/>
          <a:p>
            <a:r>
              <a:rPr lang="en-US" dirty="0"/>
              <a:t>Analytics Dashboard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837E10-E683-EC90-A54A-F112D12FDC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935163"/>
            <a:ext cx="8077200" cy="4389437"/>
          </a:xfrm>
        </p:spPr>
        <p:txBody>
          <a:bodyPr/>
          <a:lstStyle/>
          <a:p>
            <a:r>
              <a:rPr lang="en-US" sz="2400" dirty="0">
                <a:effectLst/>
              </a:rPr>
              <a:t>Offers a comprehensive control panel for administrators to manage users, moderate content, and configure site settings.</a:t>
            </a:r>
          </a:p>
          <a:p>
            <a:r>
              <a:rPr lang="en-US" sz="2400" dirty="0">
                <a:effectLst/>
              </a:rPr>
              <a:t>Features: Traffic analysis, user behavior tracking, engagement metrics.</a:t>
            </a:r>
          </a:p>
          <a:p>
            <a:endParaRPr lang="en-US" sz="24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2135877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63CA5-E96C-C146-7C3A-16EEAE3640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8554" y="694690"/>
            <a:ext cx="8110806" cy="1005156"/>
          </a:xfrm>
        </p:spPr>
        <p:txBody>
          <a:bodyPr/>
          <a:lstStyle/>
          <a:p>
            <a:r>
              <a:rPr lang="en-US" dirty="0"/>
              <a:t>Admin Panel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3BE5C2-699F-9130-7863-2E17FAC89D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9760" y="1935163"/>
            <a:ext cx="8229600" cy="4389437"/>
          </a:xfrm>
        </p:spPr>
        <p:txBody>
          <a:bodyPr/>
          <a:lstStyle/>
          <a:p>
            <a:r>
              <a:rPr lang="en-US" sz="2400" dirty="0"/>
              <a:t>Offers a comprehensive control panel for administrators to manage users, moderate content, and configure site settings.</a:t>
            </a:r>
          </a:p>
          <a:p>
            <a:r>
              <a:rPr lang="en-US" sz="2400" dirty="0"/>
              <a:t>Features: User management, content moderation, site settings.</a:t>
            </a:r>
          </a:p>
        </p:txBody>
      </p:sp>
    </p:spTree>
    <p:extLst>
      <p:ext uri="{BB962C8B-B14F-4D97-AF65-F5344CB8AC3E}">
        <p14:creationId xmlns:p14="http://schemas.microsoft.com/office/powerpoint/2010/main" val="21634055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7"/>
          <p:cNvSpPr txBox="1">
            <a:spLocks noGrp="1"/>
          </p:cNvSpPr>
          <p:nvPr>
            <p:ph type="body" idx="1"/>
          </p:nvPr>
        </p:nvSpPr>
        <p:spPr>
          <a:xfrm>
            <a:off x="899592" y="2708920"/>
            <a:ext cx="7787208" cy="1152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5280"/>
              <a:buNone/>
            </a:pPr>
            <a:r>
              <a:rPr lang="en-US" sz="6600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 !!</a:t>
            </a:r>
            <a:endParaRPr sz="6600" b="1" dirty="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9" name="Google Shape;169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 </a:t>
            </a:r>
            <a:endParaRPr dirty="0"/>
          </a:p>
        </p:txBody>
      </p:sp>
      <p:pic>
        <p:nvPicPr>
          <p:cNvPr id="170" name="Google Shape;170;p7" descr="kec2blackborder png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52612"/>
            <a:ext cx="508210" cy="632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70556" y="85116"/>
            <a:ext cx="952267" cy="4119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Flow">
  <a:themeElements>
    <a:clrScheme name="Flow">
      <a:dk1>
        <a:srgbClr val="000000"/>
      </a:dk1>
      <a:lt1>
        <a:srgbClr val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371</Words>
  <Application>Microsoft Office PowerPoint</Application>
  <PresentationFormat>On-screen Show (4:3)</PresentationFormat>
  <Paragraphs>78</Paragraphs>
  <Slides>13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Noto Sans Symbols</vt:lpstr>
      <vt:lpstr>Calibri</vt:lpstr>
      <vt:lpstr>Arial</vt:lpstr>
      <vt:lpstr>Book Antiqua</vt:lpstr>
      <vt:lpstr>Century Schoolbook</vt:lpstr>
      <vt:lpstr>Times New Roman</vt:lpstr>
      <vt:lpstr>Wingdings</vt:lpstr>
      <vt:lpstr>Flow</vt:lpstr>
      <vt:lpstr>PowerPoint Presentation</vt:lpstr>
      <vt:lpstr>Objective</vt:lpstr>
      <vt:lpstr>Existing System </vt:lpstr>
      <vt:lpstr>Proposed System</vt:lpstr>
      <vt:lpstr>Modules</vt:lpstr>
      <vt:lpstr>  Module Description</vt:lpstr>
      <vt:lpstr>User Authentication</vt:lpstr>
      <vt:lpstr>Blog Creation and Management</vt:lpstr>
      <vt:lpstr>Comment System</vt:lpstr>
      <vt:lpstr>Social Media Integration</vt:lpstr>
      <vt:lpstr>Analytics Dashboard</vt:lpstr>
      <vt:lpstr>Admin Panel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Staff</dc:creator>
  <cp:lastModifiedBy>Balachander</cp:lastModifiedBy>
  <cp:revision>20</cp:revision>
  <dcterms:created xsi:type="dcterms:W3CDTF">2013-12-25T07:56:38Z</dcterms:created>
  <dcterms:modified xsi:type="dcterms:W3CDTF">2024-08-08T08:23:59Z</dcterms:modified>
</cp:coreProperties>
</file>